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057deae0f_0_6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057dea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057deae0f_0_4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057deae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057deae0f_0_7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057deae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914275" y="1695700"/>
            <a:ext cx="1558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Which products are most often purchased together?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895850" y="1552150"/>
            <a:ext cx="18606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Increase sales of related products by 10% over the next six months by bundling items most often purchased together.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094825" y="1611825"/>
            <a:ext cx="1800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Items purchased by customers during </a:t>
            </a:r>
            <a:r>
              <a:rPr lang="en" sz="1000">
                <a:solidFill>
                  <a:schemeClr val="dk2"/>
                </a:solidFill>
              </a:rPr>
              <a:t>the</a:t>
            </a:r>
            <a:r>
              <a:rPr lang="en" sz="1000">
                <a:solidFill>
                  <a:schemeClr val="dk2"/>
                </a:solidFill>
              </a:rPr>
              <a:t> same transaction over the last six months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49275" y="2772713"/>
            <a:ext cx="18000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Which products are selling the most?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859775" y="2567250"/>
            <a:ext cx="19905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Increase sales of top-selling items by 15% by ranking the top 100 items by sales volume in the past 30 days and prioritize marketing those items.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7110575" y="2671225"/>
            <a:ext cx="18000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100 most purchased items over the last 30 days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818975" y="3686563"/>
            <a:ext cx="186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How can we use point of sale data to better manage inventory?</a:t>
            </a:r>
            <a:r>
              <a:rPr lang="en" sz="1000">
                <a:solidFill>
                  <a:schemeClr val="dk2"/>
                </a:solidFill>
              </a:rPr>
              <a:t>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788675" y="4600425"/>
            <a:ext cx="186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How can we determine which countries have the most visitors to our website? 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916788" y="3486375"/>
            <a:ext cx="1941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Reduce the number of out-of-stock items by 10% by connecting POS (point-of-sale) data with warehouse data to identify when inventory is running low.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44375" y="4526900"/>
            <a:ext cx="1800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Increase brand awareness by 10% in the five countries with the most visitors as identified by website traffic.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7095000" y="3621425"/>
            <a:ext cx="18000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POS data and warehouse data for the last 24 hours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7078550" y="4600400"/>
            <a:ext cx="186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Website traffic by country over the last six months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653425" y="988625"/>
            <a:ext cx="2040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Business Question     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859775" y="972550"/>
            <a:ext cx="18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Objective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7094825" y="988500"/>
            <a:ext cx="163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Data Needed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34225" y="669375"/>
            <a:ext cx="186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19900" y="1071300"/>
            <a:ext cx="22026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Objectives:</a:t>
            </a:r>
            <a:endParaRPr sz="12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sales of related products by 10% over the next six months by bundling items that are most often purchased together.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sales of top-selling items by 15% by ranking the top 100 items by sales volume in the past 30 days and prioritize marketing those items.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Reduce the number of out-of-stock items by 10% by connecting POS (point-of-sale) data with warehouse data to identify when inventory is running low.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brand awareness by 10% in the five countries with the most visitors as identified by website traffic.</a:t>
            </a:r>
            <a:endParaRPr sz="10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757225" y="210225"/>
            <a:ext cx="56544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Planning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149550" y="164250"/>
            <a:ext cx="4265700" cy="8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043925"/>
            <a:ext cx="4054500" cy="44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dataset is used by marketing and merchandising to track sales.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Web analytics data is used by both marketing and merchandising to track traffic to the site and monitor the success of products and campaigns.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dataset stores data on every item ordered by a customer in a single transaction.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web analytics data tracks the number of visitors by page and the visitors' location.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Gaps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Since the POS data is not connected to the warehouse data, it's hard to know when we need to restock.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Data Transformation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 collects sales in the local currency, but it is difficult to compare sales from different countries.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marketing team would like the web analytics results filtered to focus on specific countries where they currently have ads running.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623475" y="548550"/>
            <a:ext cx="3750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Recommendations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819600" y="1195325"/>
            <a:ext cx="35547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POS data is needed to track top sales and determine products that are sold together.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721550" y="2543625"/>
            <a:ext cx="40545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warehouse database should be included to allow for better tracking of products and inventory control.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721550" y="3883300"/>
            <a:ext cx="38856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facilitate easier sales comparisons across regions, convert all sales data from local currencies to USD.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26575" y="0"/>
            <a:ext cx="906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Capture Data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149550" y="164250"/>
            <a:ext cx="4265700" cy="9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244075" y="1068100"/>
            <a:ext cx="4122000" cy="43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</a:t>
            </a:r>
            <a:endParaRPr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The POS information collects credit card information.</a:t>
            </a:r>
            <a:endParaRPr sz="1100"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The current policy on who should have access to PII (personally </a:t>
            </a:r>
            <a:r>
              <a:rPr lang="en" sz="1100"/>
              <a:t>identifiable</a:t>
            </a:r>
            <a:r>
              <a:rPr lang="en" sz="1100"/>
              <a:t> information), like credit card information, is unclear.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Analyze</a:t>
            </a:r>
            <a:endParaRPr sz="1100"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The marketing team relies on a web traffic report that lists the total amount of traffic for the top five countries. This information should be updated daily.</a:t>
            </a:r>
            <a:endParaRPr sz="1100"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The merchandising team would like a clear and insightful visualization to understand how customers purchase products together.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Archive and Destroy</a:t>
            </a:r>
            <a:endParaRPr sz="1100"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We shouldn't hold on to PII forever. We need a plan for when to destroy the data.</a:t>
            </a:r>
            <a:endParaRPr sz="1100"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While most web analytics data is not actively referenced beyond six months, the marketing team occasionally requires historical data up to five years for specific campaigns or trends analysis.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9" name="Google Shape;89;p15"/>
          <p:cNvSpPr txBox="1"/>
          <p:nvPr/>
        </p:nvSpPr>
        <p:spPr>
          <a:xfrm>
            <a:off x="4623475" y="560625"/>
            <a:ext cx="3750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Recommendations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819650" y="1132651"/>
            <a:ext cx="35547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Define clear timelines for data retention and destruction based on legal requirements and business needs.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721550" y="2517975"/>
            <a:ext cx="39561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Clearly define </a:t>
            </a:r>
            <a:r>
              <a:rPr lang="en" sz="1800">
                <a:solidFill>
                  <a:schemeClr val="dk2"/>
                </a:solidFill>
              </a:rPr>
              <a:t>PII</a:t>
            </a:r>
            <a:r>
              <a:rPr lang="en" sz="1800">
                <a:solidFill>
                  <a:schemeClr val="dk2"/>
                </a:solidFill>
              </a:rPr>
              <a:t> access roles and responsibilities.This precaution will reduce exposure to only those with a clear business need.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721550" y="3883300"/>
            <a:ext cx="41628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Archive web analytics data after six months.Retain key metrics for five years before destroying, </a:t>
            </a:r>
            <a:r>
              <a:rPr lang="en" sz="1800">
                <a:solidFill>
                  <a:schemeClr val="dk2"/>
                </a:solidFill>
              </a:rPr>
              <a:t>in accordance with an established policy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75" y="-11475"/>
            <a:ext cx="9144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434343"/>
                </a:solidFill>
              </a:rPr>
              <a:t>Manage, Analyze, Archive, and Destroy Data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